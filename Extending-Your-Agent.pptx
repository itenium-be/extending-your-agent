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334500" cy="5838825"/>
  <p:notesSz cx="583882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Extending your agent</dc:title>
  <dc:subject>PptxGenJS Presentation</dc:subject>
  <dc:creator/>
  <cp:lastModifiedBy/>
  <cp:revision>1</cp:revision>
  <dcterms:created xsi:type="dcterms:W3CDTF">2026-07-01T00:54:57Z</dcterms:created>
  <dcterms:modified xsi:type="dcterms:W3CDTF">2026-07-01T00:54:57Z</dcterms:modified>
</cp:coreProperties>
</file>